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YM PROSKIN · Ниацинамид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Многофункциональное терапевтическое действие в дерматокосметологии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Ниацинамида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1D291C"/>
                </a:solidFill>
                <a:latin typeface="Arimo"/>
              </a:defRPr>
            </a:pPr>
            <a:r>
              <a:rPr sz="3600" b="1" i="0">
                <a:solidFill>
                  <a:srgbClr val="1D291C"/>
                </a:solidFill>
                <a:latin typeface="Arimo"/>
              </a:rPr>
              <a:t>Терапевтический профиль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От восстановления барьера до коррекции акне и пигментации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fact_0039, SRC-A026, SRC-A036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Восстановление барьерной функции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липидов рогового слоя и гидратация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церамидов, укрепляя защитный липидный барьер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Значительно снижает трансэпидермальную потерю воды (TEWL).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влагоудерживающие свойства рогового слоя эпидермиса.</a:t>
            </a:r>
          </a:p>
        </p:txBody>
      </p:sp>
      <p:pic>
        <p:nvPicPr>
          <p:cNvPr id="7" name="Picture 6" descr="niacinam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fact_0025, SRC-A027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Терапия акне и себорегуляция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при воспалительных поражениях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воспалительных поражений при акне средней тяжести.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выработку кожного сала и снижает выраженность пор.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Обеспечивает высокий терапевтический ответ без развития резистентности.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Динамика снижения воспалительных элементов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fact_0034, fact_0035, fact_0036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Коррекция гиперпигментации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Механизмы осветления кожи и клиническая эффективность при мелазме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Блокада транспорта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Подавляет перенос меланосом из меланоцитов в кератиноциты на клеточном уровне.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Осветление кожи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Концентрации от 2% до 5% достоверно снижают выраженность гиперпигментации.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1D291C"/>
                </a:solidFill>
                <a:latin typeface="Arimo"/>
              </a:defRPr>
            </a:pPr>
            <a:r>
              <a:rPr sz="1800" b="1" i="0">
                <a:solidFill>
                  <a:srgbClr val="1D291C"/>
                </a:solidFill>
                <a:latin typeface="Arimo"/>
              </a:rPr>
              <a:t>Терапия мелазмы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Ниацинамид 4% сопоставим по действию с 4% гидрохиноном при лучшей переносимости.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fact_0047, SRC-A040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Коррекция возрастных изменений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Многофакторное омолаживающее действие топического 5% ниацинамида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мелких морщин и глубину выраженных складок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эритему, желтизну и выраженность пигментных пятен возрастной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Существенно улучшает общую текстуру и эластичность кожного покрова.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Гистологическая картина омоложения кожи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Клиническая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Мягкий терапевтический профиль и применение при чувствительности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Применение при повышенной чувствительности кожи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Ниацинамид демонстрирует высокую клиническую переносимость. Улучшает барьерную функцию рогового слоя и обеспечивает терапевтический эффект у пациентов с розацеа.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fact_0025, fact_0034, fact_0038, fact_0047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1D291C"/>
                </a:solidFill>
                <a:latin typeface="Arimo"/>
              </a:defRPr>
            </a:pPr>
            <a:r>
              <a:rPr sz="2600" b="1" i="0">
                <a:solidFill>
                  <a:srgbClr val="1D291C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ниацинамида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Ниацинамид восстанавливает кожный барьер через индукцию синтеза церамидов и снижение TEWL.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Эффективен в лечении акне средней тяжести, мелазмы и признаков хроностарения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Демонстрирует высокую клиническую переносимость и терапевтическую мягкость при розацеа.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