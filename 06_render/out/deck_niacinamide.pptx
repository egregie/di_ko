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НИАЦИНАМИД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YM PROSKIN · Ниацинамид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Многофункциональное терапевтическое действие в дерматокосметологии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Применение Ниацинамида в дерматологии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843076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НИАЦИНАМИД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964531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Терапевтический профиль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2768203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0" i="0">
                <a:solidFill>
                  <a:srgbClr val="3D4A40"/>
                </a:solidFill>
                <a:latin typeface="Arimo"/>
              </a:defRPr>
            </a:pPr>
            <a:r>
              <a:rPr sz="2000" b="0" i="0">
                <a:solidFill>
                  <a:srgbClr val="3D4A40"/>
                </a:solidFill>
                <a:latin typeface="Arimo"/>
              </a:rPr>
              <a:t>От восстановления барьера до коррекции акне и пигментации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fact_0024, fact_0039, SRC-A026, SRC-A036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Восстановление барьерной функции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Стимуляция синтеза липидов рогового слоя и гидратация кожи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Активирует синтез церамидов, укрепляя защитный липидный барьер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Значительно снижает трансэпидермальную потерю воды (TEWL).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Повышает влагоудерживающие свойства рогового слоя эпидермиса.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Церамиды и трансэпидермальный перенос воды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fact_0025, SRC-A027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Терапия акне и себорегуляция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Клиническое применение при воспалительных поражениях кожи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Сокращает количество воспалительных поражений при акне средней тяжести.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Нормализует выработку кожного сала и снижает выраженность пор.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Обеспечивает высокий терапевтический ответ без развития резистентности.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Динамика снижения воспалительных элементов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fact_0034, fact_0035, fact_0036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Коррекция гиперпигментации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Механизмы осветления кожи и клиническая эффективность при мелазме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Блокада транспорта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Подавляет перенос меланосом из меланоцитов в кератиноциты на клеточном уровне.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Осветление кожи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Концентрации от 2% до 5% достоверно снижают выраженность гиперпигментации.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Терапия мелазмы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Ниацинамид 4% сопоставим по действию с 4% гидрохиноном при лучшей переносимости.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fact_0047, SRC-A040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Коррекция возрастных изменений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Многофакторное омолаживающее действие топического 5% ниацинамида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Сокращает количество мелких морщин и глубину выраженных складок лица.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Снижает эритему, желтизну и выраженность пигментных пятен возрастной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Существенно улучшает общую текстуру и эластичность кожного покрова.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Гистологическая картина омоложения кожи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fact_0038, SRC-A035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Безопасность и Переносимость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Мягкий терапевтический профиль и терапия чувствительной кожи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Безопасность применения при беременности и лактации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Ниацинамид обладает превосходной переносимостью, разрешен к применению при розацеа, а также абсолютно безопасен в периоды беременности и лактации.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fact_0024, fact_0025, fact_0034, fact_0038, fact_0047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Резюме по клиническому применению ниацинамида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Ниацинамид восстанавливает кожный барьер через индукцию синтеза церамидов и снижение TEWL.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Эффективен в лечении акне средней тяжести, мелазмы и признаков хроностарения лица.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Обладает исключительной безопасностью при беременности и терапевтической мягкостью при розацеа.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