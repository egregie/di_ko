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87" y="1607343"/>
            <a:ext cx="4114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НИАЦИНАМИД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1875234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YM PROSKIN · Ниацинамид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3036093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Многофункциональное терапевтическое действие в дерматокосметологии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22031" y="1071562"/>
            <a:ext cx="3964781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[Placeholder] Применение Ниацинамида в дерматологии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87" y="1607343"/>
            <a:ext cx="8430768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НИАЦИНАМИД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1964531"/>
            <a:ext cx="84307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Терапевтический профиль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2768203"/>
            <a:ext cx="8430768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0" i="0">
                <a:solidFill>
                  <a:srgbClr val="3D4A40"/>
                </a:solidFill>
                <a:latin typeface="Arimo"/>
              </a:defRPr>
            </a:pPr>
            <a:r>
              <a:rPr sz="2000" b="0" i="0">
                <a:solidFill>
                  <a:srgbClr val="3D4A40"/>
                </a:solidFill>
                <a:latin typeface="Arimo"/>
              </a:rPr>
              <a:t>От восстановления барьера до коррекции акне и пигментации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 | SERVIER MEDICAL ART BY LES LABORATOIRES SERVIER (CC-BY 4.0)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fact_0024, fact_0039, SRC-A026, SRC-A036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Восстановление барьерной функции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Стимуляция синтеза липидов рогового слоя и гидратация кожи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Активирует синтез церамидов, укрепляя защитный липидный барьер кожи.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Значительно снижает трансэпидермальную потерю воды (TEWL).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Повышает влагоудерживающие свойства рогового слоя эпидермиса.</a:t>
            </a:r>
          </a:p>
        </p:txBody>
      </p:sp>
      <p:pic>
        <p:nvPicPr>
          <p:cNvPr id="7" name="Picture 6" descr="ceramide_syn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fact_0025, SRC-A027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Терапия акне и себорегуляция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Клиническое применение при воспалительных поражениях кожи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Сокращает количество воспалительных поражений при акне средней тяжести.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Нормализует выработку кожного сала и снижает выраженность пор.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Обеспечивает высокий терапевтический ответ без развития резистентности.</a:t>
            </a:r>
          </a:p>
        </p:txBody>
      </p:sp>
      <p:pic>
        <p:nvPicPr>
          <p:cNvPr id="7" name="Picture 6" descr="niacinam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 | SERVIER MEDICAL ART BY LES LABORATOIRES SERVIER (CC-BY 4.0)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fact_0034, fact_0035, fact_0036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Коррекция гиперпигментации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Механизмы осветления кожи и клиническая эффективность при мелазме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Подавляет перенос меланосом из меланоцитов в кератиноциты на клеточном уровне.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Концентрации от 2% до 5% достоверно снижают выраженность гиперпигментации.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Ниацинамид 4% сопоставим по действию с 4% гидрохиноном при лучшей переносимости.</a:t>
            </a:r>
          </a:p>
        </p:txBody>
      </p:sp>
      <p:pic>
        <p:nvPicPr>
          <p:cNvPr id="7" name="Picture 6" descr="melanosome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 | SERVIER MEDICAL ART BY LES LABORATOIRES SERVIER (CC-BY 4.0)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fact_0047, SRC-A040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Коррекция возрастных изменений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Многофакторное омолаживающее действие топического 5% ниацинамида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Сокращает количество мелких морщин и глубину выраженных складок лица.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Снижает эритему, желтизну и выраженность пигментных пятен возрастной кожи.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Существенно улучшает общую текстуру и эластичность кожного покрова.</a:t>
            </a:r>
          </a:p>
        </p:txBody>
      </p:sp>
      <p:pic>
        <p:nvPicPr>
          <p:cNvPr id="7" name="Picture 6" descr="skin_layers_turn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218" y="1339453"/>
            <a:ext cx="360759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Клиническая Переносимость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Мягкий терапевтический профиль и применение при чувствительности кожи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39453"/>
            <a:ext cx="8430768" cy="2496312"/>
          </a:xfrm>
          <a:prstGeom prst="roundRect">
            <a:avLst/>
          </a:prstGeom>
          <a:solidFill>
            <a:srgbClr val="E6D2CA"/>
          </a:solidFill>
          <a:ln w="25400">
            <a:solidFill>
              <a:srgbClr val="9E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09179"/>
            <a:ext cx="731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lnSpc>
                <a:spcPct val="120000"/>
              </a:lnSpc>
              <a:defRPr sz="4800" b="0" i="0">
                <a:solidFill>
                  <a:srgbClr val="9E6A5A"/>
                </a:solidFill>
                <a:latin typeface="Arimo"/>
              </a:defRPr>
            </a:pPr>
            <a:r>
              <a:rPr sz="4800" b="0" i="0">
                <a:solidFill>
                  <a:srgbClr val="9E6A5A"/>
                </a:solidFill>
                <a:latin typeface="Arimo"/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1607343"/>
            <a:ext cx="68580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1" i="0">
                <a:solidFill>
                  <a:srgbClr val="9E6A5A"/>
                </a:solidFill>
                <a:latin typeface="Arimo"/>
              </a:defRPr>
            </a:pPr>
            <a:r>
              <a:rPr sz="2000" b="1" i="0">
                <a:solidFill>
                  <a:srgbClr val="9E6A5A"/>
                </a:solidFill>
                <a:latin typeface="Arimo"/>
              </a:rPr>
              <a:t>Применение при повышенной чувствительности кожи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053828"/>
            <a:ext cx="6858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1" i="0">
                <a:solidFill>
                  <a:srgbClr val="3D4A40"/>
                </a:solidFill>
                <a:latin typeface="Arimo"/>
              </a:defRPr>
            </a:pPr>
            <a:r>
              <a:rPr sz="1500" b="1" i="0">
                <a:solidFill>
                  <a:srgbClr val="3D4A40"/>
                </a:solidFill>
                <a:latin typeface="Arimo"/>
              </a:rPr>
              <a:t>Ниацинамид демонстрирует высокую клиническую переносимость. Улучшает барьерную функцию рогового слоя и обеспечивает терапевтический эффект у пациентов с розацеа.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fact_0024, fact_0025, fact_0034, fact_0038, fact_0047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Терапевтические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Резюме по клиническому применению ниацинамида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03734"/>
            <a:ext cx="8430768" cy="285750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80554"/>
            <a:ext cx="786384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Ниацинамид восстанавливает кожный барьер через индукцию синтеза церамидов и снижение TEWL.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Эффективен в лечении акне средней тяжести, мелазмы и признаков хроностарения лица.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Демонстрирует высокую клиническую переносимость и терапевтическую мягкость при розацеа.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