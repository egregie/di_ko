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ПЕПТИДЫ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Пептиды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Классификация и клиническое применение биомиметических пептидов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Косметические пептиды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fact_0052, fact_0054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Классификация косметических пептидов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Основные функциональные группы биомиметических пептидов в косметологии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Сигнальные пептиды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Стимулируют активность фибробластов и производство коллагена, эластина и гиалуроновой кислоты для восстановления матрикса кожи.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Пептиды-носители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Стабилизируют и доставляют микроэлементы (например, медь) к клеткам, ускоряя регенерацию, синтез коллагена и заживление.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Ингибиторы нейротрансмиттеров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Блокируют передачу нервных импульсов к мимическим мышцам за счет ингибирования SNARE-комплекса, разглаживая мимические морщины.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fact_0056, SRC-A044, SRC-A049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Сигнальные пептиды (Signal Peptides)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Стимуляция синтеза внеклеточного матрикса и неоколлагенеза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Пальмитоил пентапептид-4 (pal-KTTKS / Matrixyl) стимулирует производство коллагена I, III, IV, эластина и гликозаминогликанов.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Пальмитоил трипептид-1 (pal-GHK) действует как вестник для стимуляции синтеза коллагена и гликозаминогликанов.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 доказано существенное улучшение текстуры кожи, уменьшение выраженности морщин и повышение упругости.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Механизм стимуляции неоколлагенеза сигнальными пептидами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fact_0052, fact_0053, SRC-A045, SRC-A046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Пептиды-носители (Carrier Peptides)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Медный трипептид GHK-Cu в процессах ремоделирования и регенерации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Copper Tripeptide-1 (GHK-Cu) стабилизирует и переносит ионы меди, необходимые для работы лизилоксидазы и синтеза коллагена.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Регулирует экспрессию генов, вовлеченных в процессы заживления ран, синтеза межклеточного матрикса и нейтрализации свободных радикалов.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Повышает плотность дермы, стимулирует синтез гликозаминогликанов и ускоряет ремоделирование поврежденных тканей.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Влияние медного трипептида GHK-Cu на метаболизм фибробластов и регенерацию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fact_0054, SRC-A047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Ингибиторы нейротрансмиттеров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Аргирелин как альтернатива инъекционной нейромодуляции мимических морщин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Acetyl Hexapeptide-8 (Argireline) конкурирует с белком SNAP-25, нарушая стабилизацию везикулярного SNARE-комплекса.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Снижает выброс ацетилхолина в синаптическую щель, блокируя передачу импульса к мимическим мышцам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 уменьшает выраженность динамических морщин и складок кожи без риска паралича мышечных волокон.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[Placeholder] Схема ингибирования везикулярного выброса медиатора в синапсе молекулой Argireline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fact_0056, fact_0057, fact_0058, SRC-A049, SRC-A050, SRC-A051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Специализированные пептиды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Клиническое применение регуляторных и противоотечных пептидов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Palmitoyl Tripeptide-1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Активирует синтез коллагена и гликозаминогликанов фибробластами в процессах восстановления структуры дермального слоя.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Palmitoyl Tripeptide-38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Улучшает изотропию дермы, разглаживает микрорельеф кожи и сокращает площадь морщин в клинических исследованиях.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Acetyl Tetrapeptide-5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Ингибирует ангиотензинпревращающий фермент (ACE-1), снижая сосудистое давление и выраженность отечности под глазами.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fact_0058, SRC-A044, SRC-A051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Клиническая безопасность и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Профиль безопасности биомиметических пептидов в косметических формулах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Высокая переносимость и безопасность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Косметические пептиды (включая сигнальные пептиды и ацетил тетрапептид-5) демонстрируют высокий профиль безопасности. Они хорошо переносятся клетками кожи и подходят для ежедневного терапевтического применения.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fact_0051, fact_0052, fact_0054, fact_0058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применению биомиметических пептидов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Пептиды делятся на сигнальные пептиды (стимуляция коллагена), пептиды-носители (GHK-Cu для регенерации) и ингибиторы нейротрансмиттеров (SNAP-25 имитаторы).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Клинические данные подтверждают уменьшение выраженности морщин, повышение плотности кожи и улучшение ее рельефа.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Все исследованные молекулы демонстрируют высокий профиль безопасности, хорошую тканевую переносимость и отсутствие побочных эффектов.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