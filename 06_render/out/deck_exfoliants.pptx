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ЭКСФОЛИАНТЫ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Эксфолианты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Терапевтический профиль гидроксикислот в клинической практике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Применение кислот в дерматокосметологии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ЭКСФОЛИАНТЫ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Клиническое применение кислот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Механизмы эксфолиации, терапия акне и коррекция фотостарения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fact_0049, SRC-A042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Действие Салициловой Кислоты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Десмолитический и комедолитический эффекты салициловой кислоты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Действует как десмолитик, ослабляя сцепление корнеоцитов в роговом слое.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Растворяет себум и очищает устья фолликулов благодаря липофильности.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Эффективно предупреждает образование закрытых и открытых комедонов.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Липофильная BHA-эксфолиация и комедолиз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fact_0017, fact_0018, fact_0041, fact_0050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Акне и Постакне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Применение моно- и комбинированных пилингов в лечении акне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Комбинация AHA + BHA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Совместное использование гликолевой и салициловой кислот улучшает состояние кожи при легком и среднем акне.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Салицилово-миндальный пилинг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Комбинация кислот (включая 20% салициловой и 10% миндальной) эффективна против воспалений и постакне.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Миндальный пилинг 45%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45% миндальная кислота эквивалентна по результату 30% салициловой, но имеет более высокий профиль безопасности.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fact_0019, fact_0020, fact_0048, SRC-A021, SRC-A022, SRC-A041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Коррекция Фотостарения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Влияние гидроксикислот на структуру и плотность зрелой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30% салициловая кислота разглаживает мелкие морщины и устраняет шероховатость фотоповрежденной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Пилинги с гликолевой кислотой клинически эффективны при легком фотостарении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Топические AHA увеличивают толщину кожи, восстанавливая эластические волокна и плотность коллагена.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Динамика изменения толщины дермы после AHA-терапии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fact_0019, fact_0020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Меры Предосторожности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Правила безопасности при проведении химических пилингов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Меры предосторожности: Беременность, Лактация и Фотозащита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Клинические пилинги (салициловый 30%, гликолевый) требуют строгого SPF-сопровождения из-за риска фотосенсибилизации. Проведение высококонцентрированных процедур противопоказано при беременности и лактации.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fact_0017, fact_0019, fact_0041, fact_0048, fact_0049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клиническому применению гидроксикислот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Салициловая кислота — золотой стандарт комедолиза и эксфолиации за счет десмолитического действия.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AHA и BHA пилинги высокой концентрации эффективно корректируют фотостарение и акне легкой/средней степени.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Применение 45% миндальной кислоты дает терапевтический эффект, равный 30% салициловой кислоте, но с меньшим раздражением.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