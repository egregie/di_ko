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ЭКСФОЛИАНТЫ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YM PROSKIN · Эксфолианты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Терапевтический профиль гидроксикислот в клинической практике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Применение кислот в дерматокосметологии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ЭКСФОЛИАНТЫ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Клиническое применение кислот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Механизмы эксфолиации, терапия акне и коррекция фотостарения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fact_0049, SRC-A042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Действие Салициловой Кислоты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Десмолитический и комедолитический эффекты салициловой кислоты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Действует как десмолитик, ослабляя сцепление корнеоцитов в роговом слое.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Растворяет себум и очищает устья фолликулов благодаря липофильности.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Эффективно предупреждает образование закрытых и открытых комедонов.</a:t>
            </a:r>
          </a:p>
        </p:txBody>
      </p:sp>
      <p:pic>
        <p:nvPicPr>
          <p:cNvPr id="7" name="Picture 6" descr="desmosome_desmo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fact_0017, fact_0018, fact_0041, fact_0050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Терапия Акне и Постакне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Применение моно- и комбинированных пилингов в лечении акне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Комбинация AHA + BHA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Совместное использование гликолевой и салициловой кислот улучшает состояние кожи при легком и среднем акне.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Салицилово-миндальный пилинг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Комбинация кислот (включая 20% салициловой и 10% миндальной) эффективна против воспалений и постакне.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Миндальный пилинг 45%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45% миндальная кислота эквивалентна по результату 30% салициловой, но имеет более высокий профиль безопасности.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 | SERVIER MEDICAL ART BY LES LABORATOIRES SERVIER (CC-BY 4.0)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fact_0019, fact_0020, fact_0048, SRC-A021, SRC-A022, SRC-A041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Коррекция Фотостарения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Влияние гидроксикислот на структуру и плотность зрелой кожи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30% салициловая кислота разглаживает мелкие морщины и устраняет шероховатость фотоповрежденной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Пилинги с гликолевой кислотой клинически эффективны при легком фотостарении лица.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Топические AHA увеличивают толщину кожи, восстанавливая эластические волокна и плотность коллагена.</a:t>
            </a:r>
          </a:p>
        </p:txBody>
      </p:sp>
      <p:pic>
        <p:nvPicPr>
          <p:cNvPr id="7" name="Picture 6" descr="skin_layers_turn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fact_0019, fact_0020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Меры Предосторожности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Правила проведения химических пилингов и защита кожи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Меры предосторожности: УФ-защита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Высококонцентрированные клинические пилинги (салициловый 30% и гликолевый) временно повышают чувствительность кожи к ультрафиолетовому излучению, требуя обязательного использования SPF-средств.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fact_0017, fact_0019, fact_0041, fact_0048, fact_0049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Резюме по клиническому применению гидроксикислот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Салициловая кислота — золотой стандарт комедолиза и эксфолиации за счет десмолитического действия.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AHA и BHA пилинги высокой концентрации эффективно корректируют фотостарение и акне легкой/средней степени.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Применение 45% миндальной кислоты дает терапевтический эффект, равный 30% салициловой кислоте, но с меньшим раздражением.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