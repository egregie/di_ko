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ВИТАМИН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Витамин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Клиническая эффективность L-аскорбиновой кислоты и её стабильных дериватов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Применение Витамина C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ВИТАМИН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Терапевтические механизмы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Стимуляция коллагена и фотозащита на клеточном уровне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fact_0021, fact_0030, fact_0046, SRC-A023, SRC-A029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Синтез коллагена и фотозащита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топической L-аскорбиновой кислоты на дермальный матрикс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Активирует синтез коллагена I и III типов путем увеличения уровней мРНК in vivo.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Защищает клетки кожи от индуцированного ультрафиолетом фотоповреждения.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Стимулирует неоколлагенез и улучшает структурное состояние дермы.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Схема регуляции синтеза коллагена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fact_0028, fact_0029, fact_0044, fact_0045, SRC-A028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Параметры абсорбции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уровня pH и концентрации на чрескожное проникновение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Для проникновения через роговой слой уровень pH формулы должен быть строго ниже 3.5.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Максимальная эффективная концентрация для чрескожного всасывания составляет 20%.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Дальнейшее увеличение концентрации не повышает абсорбцию, но увеличивает риск раздражения.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Зависимость всасывания от pH и концентрации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fact_0022, SRC-A024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акне: Аскорбилфосфат Натрия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Стабильный дериват витамина C (SAP) в лечении акне средней тяжести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Топический 5% лосьон SAP демонстрирует высокую клиническую эффективность при акне.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SAP стабилен при нейтральном значении pH и минимизирует раздражение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Обладает сильным антиоксидантным и себорегулирующим потенциалом.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Механизм действия SAP при акне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fact_0022, fact_0028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Безопасность и Переносимость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Особенности применения кислых и стабильных форм витамина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Переносимость и безопасность в период беременности и лактации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Топические средства с витамином C и SAP разрешены во время беременности и лактации. Кислые формы L-аскорбиновой кислоты (pH &lt; 3.5) могут провоцировать временное локальное раздражение.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fact_0021, fact_0022, fact_0028, fact_0029, fact_0030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витамина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L-аскорбиновая кислота — золотой стандарт для фотозащиты и активации синтеза коллагена I и III типов.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Трансдермальный перенос L-аскорбиновой кислоты требует pH &lt; 3.5 и ограничен концентрацией в 20%.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Аскорбилфосфат Натрия (5% SAP) является стабильным и безопасным выбором в терапии акне.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