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ВИТАМИН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1D291C"/>
                </a:solidFill>
                <a:latin typeface="Arimo"/>
              </a:defRPr>
            </a:pPr>
            <a:r>
              <a:rPr sz="3600" b="1" i="0">
                <a:solidFill>
                  <a:srgbClr val="1D291C"/>
                </a:solidFill>
                <a:latin typeface="Arimo"/>
              </a:rPr>
              <a:t>YM PROSKIN · Витамин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Клиническая эффективность L-аскорбиновой кислоты и её стабильных дериватов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Применение Витамина C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ВИТАМИН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1D291C"/>
                </a:solidFill>
                <a:latin typeface="Arimo"/>
              </a:defRPr>
            </a:pPr>
            <a:r>
              <a:rPr sz="3600" b="1" i="0">
                <a:solidFill>
                  <a:srgbClr val="1D291C"/>
                </a:solidFill>
                <a:latin typeface="Arimo"/>
              </a:rPr>
              <a:t>Терапевтические механизмы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Стимуляция коллагена и фотозащита на клеточном уровне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fact_0021, fact_0030, fact_0046, SRC-A023, SRC-A029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Синтез коллагена и фотозащита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Влияние топической L-аскорбиновой кислоты на дермальный матрикс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Активирует синтез коллагена I и III типов путем увеличения уровней мРНК in vivo.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Защищает клетки кожи от индуцированного ультрафиолетом фотоповреждения.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Стимулирует неоколлагенез и улучшает структурное состояние дермы.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Схема регуляции синтеза коллагена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fact_0028, fact_0029, fact_0044, fact_0045, SRC-A028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Параметры абсорбции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Влияние уровня pH и концентрации на чрескожное проникновение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Для проникновения через роговой слой уровень pH формулы должен быть строго ниже 3.5.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Максимальная эффективная концентрация для чрескожного всасывания составляет 20%.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Дальнейшее увеличение концентрации не повышает абсорбцию, но увеличивает риск раздражения.</a:t>
            </a:r>
          </a:p>
        </p:txBody>
      </p:sp>
      <p:pic>
        <p:nvPicPr>
          <p:cNvPr id="7" name="Picture 6" descr="ascorbic_ac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fact_0022, SRC-A024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Терапия акне: Аскорбилфосфат Натрия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Стабильный дериват витамина C (SAP) в лечении акне средней тяжести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Топический 5% лосьон SAP демонстрирует высокую клиническую эффективность при акне.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SAP стабилен при нейтральном значении pH и минимизирует раздражение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Обладает сильным антиоксидантным и себорегулирующим потенциалом.</a:t>
            </a:r>
          </a:p>
        </p:txBody>
      </p:sp>
      <p:pic>
        <p:nvPicPr>
          <p:cNvPr id="7" name="Picture 6" descr="sodium_ascorbyl_phosph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fact_0022, fact_0028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Местная Переносимость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Особенности влияния уровня pH формулы на чувствительность кожи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Местное раздражение и водородный показатель (pH)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Формулы L-аскорбиновой кислоты с низким pH (менее 3.5) могут вызывать локальное покалывание. Дериват аскорбилфосфат натрия (5% SAP) наносится при нейтральном pH и имеет комфортный профиль.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fact_0021, fact_0022, fact_0028, fact_0029, fact_0030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клиническому применению витамина 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L-аскорбиновая кислота — золотой стандарт для фотозащиты и активации синтеза коллагена I и III типов.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Трансдермальный перенос L-аскорбиновой кислоты требует pH &lt; 3.5 и ограничен концентрацией в 20%.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Аскорбилфосфат Натрия (5% SAP) является стабильным и эффективным средством в терапии акне.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