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retinoids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РЕТИНОИДЫ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Ретиноиды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Терапевтический профиль, механизмы действия и клинические протоколы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Ретиноиды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retinoids, fact_0001, SRC-A009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retinoids, retinol, fact_0001, fact_0004, SRC-A009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Механизм действия на клеточном уровне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Связывание с ядерными рецепторами и влияние на синтез коллагена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Связывание с RAR и RXR: Регулируют экспрессию ключевых генов кожи (Fact 0001)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Стимуляция синтеза проколлагена I и III типов (Fact 0004)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Подавление металлопротеиназ для защиты дермального матрикса от разрушения (Fact 0004)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Связывание с RAR/RXR рецепторами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retinol, tretinoin, adapalene, fact_0005, fact_0007, SRC-A010, SRC-A011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Ключевые топические активы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Сравнение трех ключевых поколений топических ретиноидов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67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Ретинол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Требует двухступенчатого окисления до ретиноевой кислоты. Обладает мягким действием.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2215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Третиноин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215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Является чистой ретиноевой кислотой. Золотой стандарт с высокой активностью (Fact 0005).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364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Адапален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4364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Синтетический ретиноид третьего поколения. Избирателен к RAR-beta/gamma рецепторам (Fact 0007).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tretinoin, tazarotene, fact_0005, fact_0006, fact_0010, SRC-A010, SRC-A012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Клиническая эффективность при акне и фотостарении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Доказанные результаты клинических исследований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Золотой стандарт лечения фотоповреждения кожи (tretinoin - Fact 0005)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Нормализация кератинизации фолликулов для терапии акне (tretinoin - Fact 0006)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Высокая эффективность тазаротена 0.1% при выраженном фотоповреждении кожи (tazarotene - Fact 0010)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Результаты гистологического улучшения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КАТЕГОРИЧЕСКИ ПРОТИВОПОКАЗАНО ПРИ БЕРЕМЕННОСТИ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retinoids, fact_0015, SRC-A018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Абсолютное противопоказание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Безопасность пациента в период беременности и лактации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Внимание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Тератогенный риск: Использование топических ретиноидов требует немедленной отмены при планировании беременности.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retinoids, fact_0001, fact_0005, fact_0015, SRC-A009, SRC-A010, SRC-A018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Резюме по применению ретиноидов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Основные выводы терапевтического профиля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Ретиноиды регулируют транскрипцию через RAR/RXR ядерные рецепторы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Третиноин — золотой стандарт терапии фотостарения и акне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Адапален и Тазаротен демонстрируют селективное связывание и лучшую стабильность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Беременность и лактация являются жесткими противопоказаниями к терапии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