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descriptor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3661171"/>
            <a:ext cx="3107531" cy="776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НИАЦИНАМИД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Ниацинамид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Многофункциональное терапевтическое действие в дерматокосметологии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Применение Ниацинамида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horizontal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982265"/>
            <a:ext cx="2009179" cy="482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НИАЦИНАМИД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Терапевтический профиль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От восстановления барьера до коррекции акне и пигментации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fact_0024, fact_0039, SRC-A026, SRC-A036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Восстановление барьерной функции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Стимуляция синтеза липидов рогового слоя и гидратация кожи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Активирует синтез церамидов, укрепляя защитный липидный барьер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Значительно снижает трансэпидермальную потерю воды (TEWL).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Повышает влагоудерживающие свойства рогового слоя эпидермиса.</a:t>
            </a:r>
          </a:p>
        </p:txBody>
      </p:sp>
      <p:pic>
        <p:nvPicPr>
          <p:cNvPr id="11" name="Picture 10" descr="ceramide_syn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fact_0025, SRC-A027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 и себорегуляция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Клиническое применение при воспалительных поражениях кожи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Сокращает количество воспалительных поражений при акне средней тяжести.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Нормализует выработку кожного сала и снижает выраженность пор.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Обеспечивает высокий терапевтический ответ без развития резистентности.</a:t>
            </a:r>
          </a:p>
        </p:txBody>
      </p:sp>
      <p:pic>
        <p:nvPicPr>
          <p:cNvPr id="11" name="Picture 10" descr="niacinam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fact_0034, fact_0035, fact_0036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гиперпигментации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Механизмы осветления кожи и клиническая эффективность при мелазме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Подавляет перенос меланосом из меланоцитов в кератиноциты на клеточном уровне.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Концентрации от 2% до 5% достоверно снижают выраженность гиперпигментации.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Ниацинамид 4% сопоставим по действию с 4% гидрохиноном при лучшей переносимости.</a:t>
            </a:r>
          </a:p>
        </p:txBody>
      </p:sp>
      <p:pic>
        <p:nvPicPr>
          <p:cNvPr id="11" name="Picture 10" descr="melanosom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fact_0047, SRC-A040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возрастных изменений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Многофакторное омолаживающее действие топического 5% ниацинамида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Сокращает количество мелких морщин и глубину выраженных складок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Снижает эритему, желтизну и выраженность пигментных пятен возрастной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Существенно улучшает общую текстуру и эластичность кожного покрова.</a:t>
            </a:r>
          </a:p>
        </p:txBody>
      </p:sp>
      <p:pic>
        <p:nvPicPr>
          <p:cNvPr id="11" name="Picture 10" descr="skin_layers_turn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fact_0038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Клиническая Переносимость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Мягкий терапевтический профиль и применение при чувствительности кожи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Применение при повышенной чувствительности кожи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Ниацинамид демонстрирует высокую клиническую переносимость. Улучшает барьерную функцию рогового слоя и обеспечивает терапевтический эффект у пациентов с розацеа.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fact_0024, fact_0025, fact_0034, fact_0038, fact_0047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ниацинамида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Ниацинамид восстанавливает кожный барьер через индукцию синтеза церамидов и снижение TEWL.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Эффективен в лечении акне средней тяжести, мелазмы и признаков хроностарения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Демонстрирует высокую клиническую переносимость и терапевтическую мягкость при розацеа.</a:t>
            </a:r>
          </a:p>
        </p:txBody>
      </p:sp>
      <p:pic>
        <p:nvPicPr>
          <p:cNvPr id="12" name="Picture 11" descr="badge_2C3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68" y="1750218"/>
            <a:ext cx="1643062" cy="16430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